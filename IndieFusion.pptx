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3" r:id="rId10"/>
    <p:sldId id="262" r:id="rId11"/>
    <p:sldId id="264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2"/>
  </p:normalViewPr>
  <p:slideViewPr>
    <p:cSldViewPr snapToGrid="0">
      <p:cViewPr varScale="1">
        <p:scale>
          <a:sx n="123" d="100"/>
          <a:sy n="12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12E1-6B47-31A3-A85E-14F11741B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9C4C4-6453-04D0-3A60-5709FD670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D9049-C4A6-FA87-1FCD-36ADB620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BA225-68F8-EB7F-4FA3-189B4C0F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478B6-2979-82F3-2C36-A1BA367F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7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FCE3-B29A-7277-8762-68036BF6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45DA-5C6A-6C7C-B18A-30D67243E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E41B-BFEB-2843-2E29-1B9AC2F6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396A-1EF7-D4EE-AA62-E2044F81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1412C-6334-8C4A-A074-C2B45EB5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5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E75E-F621-0F92-829A-FC6618480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6FAC0-378B-4F3B-3F4F-A7C772C3C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30D4F-E7E3-F018-C1DB-52D1119C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F5626-0DD6-CBE1-B2B2-A4E9576E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87956-8AF8-E80C-D423-7689642D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3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F369-FF26-4CB3-DA44-6C98C80B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EBB2E-2446-F2EA-9EEA-5954DE08B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85C68-CDCD-9F9E-2757-7CEE10BBB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A523D-8CC5-9095-BA4E-5BFBF3F4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C6884-F8C8-3CB9-06BD-5C0A0E55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B8107-90F0-3524-B430-10B98D6F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0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EFFD-6F7F-AA42-A4C3-9D541157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97ACA-457A-2A5B-12DD-6B41DFCC6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E7C7C-1F9C-F6E1-E059-2428551D3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E6030-EDCD-B23E-234B-FC3362CF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44A44-7ABF-AC61-F61F-9B5E96512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3E8EF-20FA-8F41-16D1-006E4F21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47D6EA-A1A8-EEDE-77C9-6F7C2714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6F256-CFA9-2C1C-2609-C0C43D81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7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8F4C-DDE6-AB97-FA46-B10DD9AB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7515F-C477-CBCD-D1EC-A69BE921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537FF-FADA-7C8A-4F16-243CEABF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94655-FF0F-245A-0E3C-D657867F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ADC8F-2951-232E-77D2-3EA621F5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D5362-9147-58FA-F71D-9A7FF96F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71DEC-A45F-CC4C-4E14-F5067098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5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0021-F331-E96A-3C77-D583ACB3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38FDE-EFF1-4F8C-1A12-44F92FA2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23A71-D910-F8E2-1BF6-CC1B9A41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36DB5-A6A9-BD98-B487-4BBB9952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7DDFA-8AE7-73A5-F437-A08D50A4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5DC11-4FA2-F5CB-81D2-83009C4C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0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D7FF-FE0E-93C7-F17F-AFDD35E2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583A8-A43A-EA9C-CB34-9C7E1AFA2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247B6-899C-4963-A18A-B1538C67D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88D18-D0D9-108D-1FD3-E6E0A76C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0429B-44ED-1D85-AC09-A26BB317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2A849-3EBE-3FBF-5B31-9ACB2D18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88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E809-1C72-9792-EAB0-62B4D28B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8B70-AA68-F1E6-954F-80C3D9871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A1129-4AFB-A787-1C7B-A38F2739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2C27C-64B1-25EB-045C-F3C8BC7B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B4EB2-1570-0F31-B7F2-E72F31D2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BFC87-E4B1-12C9-CFD8-DBC1DFE02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0D933-FA01-0664-2471-3934716E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BE59B-7F3B-6F0B-D4A3-9906BCF2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71C3-E322-9B3A-918A-F88B9CA7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276C-6C92-9E8A-6969-2F476C70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17CE8-002A-F35C-2C3C-C736FB72E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E54D0-0F1A-F8FC-D12F-02B1A3ED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683E3-D37B-5E5E-AB14-BE892879B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D6BB8-CED7-334A-9146-08A1B50F5641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CFCE7-3C67-74B7-5186-429D443DA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8D3D-4988-9EC3-B1F4-BD1D6C46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7B1D9-E391-294A-AE86-13F5BD96D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540337-688F-859F-C10F-C675FB4B3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49927"/>
            <a:ext cx="9144000" cy="4107873"/>
          </a:xfrm>
        </p:spPr>
        <p:txBody>
          <a:bodyPr/>
          <a:lstStyle/>
          <a:p>
            <a:r>
              <a:rPr lang="en-US" dirty="0"/>
              <a:t>Indie Fusion</a:t>
            </a:r>
          </a:p>
          <a:p>
            <a:endParaRPr lang="en-US" dirty="0"/>
          </a:p>
          <a:p>
            <a:r>
              <a:rPr lang="en-CA" dirty="0"/>
              <a:t>A Stage for Every Dream.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1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53D0-D5E1-76D3-0171-59BEB639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23C5-C6BB-4E43-1C0A-78DA9FE71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While many platforms exist for artists, there is a significant gap when it comes to platforms specifically designed for </a:t>
            </a:r>
            <a:r>
              <a:rPr lang="en-CA" b="1" dirty="0"/>
              <a:t>indie artist collaboration</a:t>
            </a:r>
            <a:r>
              <a:rPr lang="en-CA" dirty="0"/>
              <a:t>.</a:t>
            </a:r>
          </a:p>
          <a:p>
            <a:r>
              <a:rPr lang="en-CA" dirty="0"/>
              <a:t>Independent artists often face challenges in finding like-minded collaborators and opportunities to showcase their talent effectively.</a:t>
            </a:r>
          </a:p>
          <a:p>
            <a:r>
              <a:rPr lang="en-CA" dirty="0"/>
              <a:t>Existing platforms primarily focus on individual promotion or event listing but fail to provide a community-driven space for group collaborations and creative growth.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23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F53A-5D59-2EB1-613D-4FAF9DE9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1576388"/>
          </a:xfrm>
        </p:spPr>
        <p:txBody>
          <a:bodyPr>
            <a:normAutofit fontScale="90000"/>
          </a:bodyPr>
          <a:lstStyle/>
          <a:p>
            <a:br>
              <a:rPr lang="en-CA" sz="3600" dirty="0"/>
            </a:br>
            <a:r>
              <a:rPr lang="en-CA" sz="3600" dirty="0"/>
              <a:t>The Solution: </a:t>
            </a:r>
            <a:r>
              <a:rPr lang="en-CA" sz="3600" b="1" dirty="0"/>
              <a:t>Our application, </a:t>
            </a:r>
            <a:r>
              <a:rPr lang="en-CA" sz="3600" b="1" i="1" dirty="0"/>
              <a:t>Indie Fusion</a:t>
            </a:r>
            <a:r>
              <a:rPr lang="en-CA" sz="3600" b="1" dirty="0"/>
              <a:t>, is designed to empower independent artists by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9C61-7B0E-8068-CA57-53419F9D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Enabling </a:t>
            </a:r>
            <a:r>
              <a:rPr lang="en-CA" b="1" dirty="0"/>
              <a:t>artist-to-artist collaborations</a:t>
            </a:r>
            <a:r>
              <a:rPr lang="en-CA" dirty="0"/>
              <a:t> through detailed profiles and interaction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Providing a </a:t>
            </a:r>
            <a:r>
              <a:rPr lang="en-CA" b="1" dirty="0"/>
              <a:t>Group Collaboration</a:t>
            </a:r>
            <a:r>
              <a:rPr lang="en-CA" dirty="0"/>
              <a:t> feature to form and manage creative groups, encouraging team-based projects.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Allowing users to create and explore various </a:t>
            </a:r>
            <a:r>
              <a:rPr lang="en-CA" b="1" dirty="0"/>
              <a:t>events</a:t>
            </a:r>
            <a:r>
              <a:rPr lang="en-CA" dirty="0"/>
              <a:t> like performances, workshops, or exhibitions.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2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E063-9D00-A8A2-1CF2-B76D1DED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C6AE4-8395-85B6-ADFB-6336D88CF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"Indie Fusion is a platform that helps indie artists connect, work together, and showcase their talents. It creates a supportive space for collaborations, group collabs, and events, making it easier for new artists to grow and succeed."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A7D8-768C-63EB-6906-8EA4CA3E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Core Features of the Platform</a:t>
            </a:r>
            <a:br>
              <a:rPr lang="en-CA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1FA5-F4D4-DA4A-B36C-018807E2F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Display skills, interests, and portfolios for collaboration and networking.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Send personalized collaboration requests with a real-time notification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Create or join groups with admin controls for managing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List, update, and explore events like performances and workshops.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Find artist by name, email, skills, city, or country.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Receive real-time updates on requests, groups, and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Access the platform on desktops.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Get assistance with FAQs, and troubleshooting.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Users can share posts with other authenticated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7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6870-EF6C-E900-8D16-F92DDEEF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C128-FF34-929C-9B7E-C63F10FE7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Sruthi Kamisetti</a:t>
            </a:r>
          </a:p>
          <a:p>
            <a:r>
              <a:rPr lang="en-US" dirty="0"/>
              <a:t>Twinkle Mishra</a:t>
            </a:r>
          </a:p>
          <a:p>
            <a:r>
              <a:rPr lang="en-US" dirty="0"/>
              <a:t>Naina </a:t>
            </a:r>
            <a:r>
              <a:rPr lang="en-US" dirty="0" err="1"/>
              <a:t>Jagiasi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532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D5F9-9337-FBBE-5E07-01DDDF93D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Indie Fusion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27A10-F2A4-503B-8911-BAF7C640C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Visit our Live application via the following URL:</a:t>
            </a:r>
          </a:p>
          <a:p>
            <a:endParaRPr lang="en-US" dirty="0"/>
          </a:p>
          <a:p>
            <a:r>
              <a:rPr lang="en-US" dirty="0"/>
              <a:t>You can register and create your own account to test out all our features!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0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F628-3C41-EAB6-42ED-763A6997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994DD-B843-122E-E689-AE40ED0CF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Our team is focused on using the latest and best technologies to build our application, which is why we chose the </a:t>
            </a:r>
            <a:r>
              <a:rPr lang="en-CA" b="1" dirty="0"/>
              <a:t>MERN stack</a:t>
            </a:r>
            <a:r>
              <a:rPr lang="en-CA" dirty="0"/>
              <a:t>.</a:t>
            </a:r>
          </a:p>
          <a:p>
            <a:r>
              <a:rPr lang="en-CA" b="1" dirty="0"/>
              <a:t>React</a:t>
            </a:r>
            <a:r>
              <a:rPr lang="en-CA" dirty="0"/>
              <a:t> helps us create interactive components and manage states, making the user experience smooth and easy to navigate. For the backend, we’re using </a:t>
            </a:r>
            <a:r>
              <a:rPr lang="en-CA" b="1" dirty="0"/>
              <a:t>Node.js</a:t>
            </a:r>
            <a:r>
              <a:rPr lang="en-CA" dirty="0"/>
              <a:t> and </a:t>
            </a:r>
            <a:r>
              <a:rPr lang="en-CA" b="1" dirty="0"/>
              <a:t>Express</a:t>
            </a:r>
            <a:r>
              <a:rPr lang="en-CA" dirty="0"/>
              <a:t> to build APIs, and </a:t>
            </a:r>
            <a:r>
              <a:rPr lang="en-CA" b="1" dirty="0"/>
              <a:t>MongoDB Atlas</a:t>
            </a:r>
            <a:r>
              <a:rPr lang="en-CA" dirty="0"/>
              <a:t> for easy and fast data storage.</a:t>
            </a:r>
          </a:p>
          <a:p>
            <a:r>
              <a:rPr lang="en-CA" dirty="0"/>
              <a:t>These technologies work well together, allowing us to build the application quickly and efficiently. We’ve also added </a:t>
            </a:r>
            <a:r>
              <a:rPr lang="en-CA" b="1" dirty="0"/>
              <a:t>POSTMAN</a:t>
            </a:r>
            <a:r>
              <a:rPr lang="en-CA" dirty="0"/>
              <a:t> to ensure everything works as expected.</a:t>
            </a:r>
          </a:p>
          <a:p>
            <a:r>
              <a:rPr lang="en-CA" dirty="0"/>
              <a:t>To deploy our app, we’re using </a:t>
            </a:r>
            <a:r>
              <a:rPr lang="en-CA" b="1" dirty="0"/>
              <a:t>Render</a:t>
            </a:r>
            <a:r>
              <a:rPr lang="en-CA" dirty="0"/>
              <a:t> for hosting and </a:t>
            </a:r>
            <a:r>
              <a:rPr lang="en-CA" b="1" dirty="0"/>
              <a:t>MongoDB Atlas</a:t>
            </a:r>
            <a:r>
              <a:rPr lang="en-CA" dirty="0"/>
              <a:t> for cloud database management, making sure everything runs smoothly on the web.</a:t>
            </a:r>
          </a:p>
        </p:txBody>
      </p:sp>
    </p:spTree>
    <p:extLst>
      <p:ext uri="{BB962C8B-B14F-4D97-AF65-F5344CB8AC3E}">
        <p14:creationId xmlns:p14="http://schemas.microsoft.com/office/powerpoint/2010/main" val="276554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970D-605D-F2EE-D59C-E689C8C2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Deployment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51391-9E72-46EA-8348-CECD757D9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Backend Deployment on Render: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Handles API requests, authentication, and database connections.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Frontend Deployment on Render: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Provides a seamless user interface hosted alongside the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Database Configuration on MongoDB Atlas: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Stores user profiles, posts, collaboration requests, and events securely in the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5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7EE2-FF98-4B89-18E8-B8CF22C5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Indie Fusion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141FA-3CFE-891F-B717-128135BA0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b="1" dirty="0"/>
              <a:t>User Registration &amp; Profile Setup: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Users register and set up profiles showcasing their skills and interests.</a:t>
            </a:r>
          </a:p>
          <a:p>
            <a:r>
              <a:rPr lang="en-CA" b="1" dirty="0"/>
              <a:t>Collaboration Features: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Users can send and receive collaboration requests.</a:t>
            </a:r>
          </a:p>
          <a:p>
            <a:pPr marL="0" indent="0">
              <a:buNone/>
            </a:pPr>
            <a:r>
              <a:rPr lang="en-CA" dirty="0"/>
              <a:t>Create or join groups for specific creative projects.</a:t>
            </a:r>
          </a:p>
          <a:p>
            <a:r>
              <a:rPr lang="en-CA" b="1" dirty="0"/>
              <a:t>Event Management: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Users can create, list, and explore events.</a:t>
            </a:r>
          </a:p>
          <a:p>
            <a:r>
              <a:rPr lang="en-CA" b="1" dirty="0"/>
              <a:t>Search Functionality: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Artists and events can be searched using advanced filters.</a:t>
            </a:r>
          </a:p>
          <a:p>
            <a:r>
              <a:rPr lang="en-CA" b="1" dirty="0"/>
              <a:t>Notifications &amp; Engagement: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Alerts for collaboration requests, responses, and group updates ensure continuous engagement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38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D430-9EBC-27EF-2AE5-F7916C16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Indie Fusion?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252BB-4608-B01D-BBEF-B6A12A5FA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Collaborate with Others:</a:t>
            </a:r>
            <a:r>
              <a:rPr lang="en-CA" dirty="0"/>
              <a:t> A platform where indie artists can easily connect and work together on creative </a:t>
            </a:r>
            <a:r>
              <a:rPr lang="en-CA" dirty="0" err="1"/>
              <a:t>projects.</a:t>
            </a:r>
            <a:r>
              <a:rPr lang="en-CA" b="1" dirty="0" err="1"/>
              <a:t>Get</a:t>
            </a:r>
            <a:r>
              <a:rPr lang="en-CA" b="1" dirty="0"/>
              <a:t> Noticed:</a:t>
            </a:r>
            <a:r>
              <a:rPr lang="en-CA" dirty="0"/>
              <a:t> Increase your visibility by participating in events and collaborations that showcase your </a:t>
            </a:r>
            <a:r>
              <a:rPr lang="en-CA" dirty="0" err="1"/>
              <a:t>talent.</a:t>
            </a:r>
            <a:r>
              <a:rPr lang="en-CA" b="1" dirty="0" err="1"/>
              <a:t>Join</a:t>
            </a:r>
            <a:r>
              <a:rPr lang="en-CA" b="1" dirty="0"/>
              <a:t> a Supportive Community:</a:t>
            </a:r>
            <a:r>
              <a:rPr lang="en-CA" dirty="0"/>
              <a:t> Be part of a community where artists help and inspire each other to grow.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42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5D2C-1AA0-6D36-E0BE-ED107CB5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Hurdles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C95D-8A78-8CBD-F02B-D2C9CCB8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Deployment on Heroku didn’t work, so we explored other free deployment options and finally chose Render.</a:t>
            </a:r>
          </a:p>
          <a:p>
            <a:r>
              <a:rPr lang="en-CA" dirty="0"/>
              <a:t>Learning React as a new tech stack was a challenge. Setting up email functionality using NodeMailer was tricky.</a:t>
            </a:r>
          </a:p>
          <a:p>
            <a:r>
              <a:rPr lang="en-CA" dirty="0"/>
              <a:t>Writing complex schemas became challenging as the application grew.</a:t>
            </a:r>
          </a:p>
          <a:p>
            <a:r>
              <a:rPr lang="en-CA" dirty="0"/>
              <a:t>Rebuilding the database architecture was necessary to meet the app’s needs.</a:t>
            </a:r>
          </a:p>
          <a:p>
            <a:r>
              <a:rPr lang="en-CA" dirty="0"/>
              <a:t>Managing notifications and ensuring they function correctly was difficult.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561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E812-28B1-EDA2-8366-B773203F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Our App Today!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AB1C-CB75-F14A-6583-66A80ECD8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CEO’S</a:t>
            </a:r>
          </a:p>
          <a:p>
            <a:pPr marL="0" indent="0">
              <a:buNone/>
            </a:pPr>
            <a:r>
              <a:rPr lang="en-US" dirty="0"/>
              <a:t>Sruthi Kamisetti</a:t>
            </a:r>
          </a:p>
          <a:p>
            <a:pPr marL="0" indent="0">
              <a:buNone/>
            </a:pPr>
            <a:r>
              <a:rPr lang="en-US" dirty="0"/>
              <a:t>Twinkle Mishra</a:t>
            </a:r>
          </a:p>
          <a:p>
            <a:pPr marL="0" indent="0">
              <a:buNone/>
            </a:pPr>
            <a:r>
              <a:rPr lang="en-US" dirty="0"/>
              <a:t>Naina </a:t>
            </a:r>
            <a:r>
              <a:rPr lang="en-US" dirty="0" err="1"/>
              <a:t>Jagiasi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724</Words>
  <Application>Microsoft Macintosh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The Problem</vt:lpstr>
      <vt:lpstr> The Solution: Our application, Indie Fusion, is designed to empower independent artists by </vt:lpstr>
      <vt:lpstr>Summary</vt:lpstr>
      <vt:lpstr>Core Features of the Platform </vt:lpstr>
      <vt:lpstr>The Team</vt:lpstr>
      <vt:lpstr>Indie Fusion Deployment</vt:lpstr>
      <vt:lpstr>Tech Stack</vt:lpstr>
      <vt:lpstr>Deployment Overview</vt:lpstr>
      <vt:lpstr>How Indie Fusion Works</vt:lpstr>
      <vt:lpstr>Why Indie Fusion?</vt:lpstr>
      <vt:lpstr>The Hurdles</vt:lpstr>
      <vt:lpstr>Demo Our App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Sruthi Kamisetti</dc:creator>
  <cp:lastModifiedBy>Sruthi Kamisetti</cp:lastModifiedBy>
  <cp:revision>1</cp:revision>
  <dcterms:created xsi:type="dcterms:W3CDTF">2024-11-27T14:41:51Z</dcterms:created>
  <dcterms:modified xsi:type="dcterms:W3CDTF">2024-11-27T15:59:26Z</dcterms:modified>
</cp:coreProperties>
</file>